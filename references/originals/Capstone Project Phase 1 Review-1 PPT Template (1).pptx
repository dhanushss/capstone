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2"/>
  </p:notesMasterIdLst>
  <p:handoutMasterIdLst>
    <p:handoutMasterId r:id="rId13"/>
  </p:handoutMasterIdLst>
  <p:sldIdLst>
    <p:sldId id="538" r:id="rId2"/>
    <p:sldId id="535" r:id="rId3"/>
    <p:sldId id="569" r:id="rId4"/>
    <p:sldId id="568" r:id="rId5"/>
    <p:sldId id="573" r:id="rId6"/>
    <p:sldId id="571" r:id="rId7"/>
    <p:sldId id="570" r:id="rId8"/>
    <p:sldId id="572" r:id="rId9"/>
    <p:sldId id="545" r:id="rId10"/>
    <p:sldId id="549" r:id="rId11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B9E9-ADFC-DA0A-79D1-58FB874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ED24-73F0-4E0D-572F-BBB29428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8CEB-6411-3C5C-D2E1-9CD5D885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5E1-284B-EDB2-6F99-DA03DCC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011308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>
                <a:solidFill>
                  <a:srgbClr val="FF0000"/>
                </a:solidFill>
                <a:latin typeface="Trebuchet MS" pitchFamily="34" charset="0"/>
              </a:rPr>
              <a:t>UE24CS320A</a:t>
            </a:r>
            <a:r>
              <a:rPr lang="en-IN" sz="280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981200" y="29515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Background work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 (Phase-I Phase-II, Phase-III)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Any other information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Well defined 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 It should clearly specify the problem</a:t>
            </a: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an overview of scope it entails.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Possible Shortcomings/Challenges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 (This should add on to the feasibility for solving this Problem)</a:t>
            </a: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CE1-7374-BB65-640F-D6DB2AF3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1DE256-78BF-9303-91B3-73AAF469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7C9D3B-1505-FD7D-AE2A-86642998286B}"/>
              </a:ext>
            </a:extLst>
          </p:cNvPr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850EEB4A-C33A-37D8-561C-B5D841D9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Background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9DC59-D4EA-A39C-07DD-36A900DB002E}"/>
              </a:ext>
            </a:extLst>
          </p:cNvPr>
          <p:cNvSpPr txBox="1"/>
          <p:nvPr/>
        </p:nvSpPr>
        <p:spPr>
          <a:xfrm>
            <a:off x="1600200" y="2209800"/>
            <a:ext cx="944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Why this problem</a:t>
            </a:r>
            <a:r>
              <a:rPr lang="en-IN" dirty="0"/>
              <a:t> — what real-world observation, trend, or gap made you pick this topic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Domain context</a:t>
            </a:r>
            <a:r>
              <a:rPr lang="en-IN" dirty="0"/>
              <a:t> — a brief  explanation of the domain/area so the panel understands the setting</a:t>
            </a:r>
          </a:p>
        </p:txBody>
      </p:sp>
    </p:spTree>
    <p:extLst>
      <p:ext uri="{BB962C8B-B14F-4D97-AF65-F5344CB8AC3E}">
        <p14:creationId xmlns:p14="http://schemas.microsoft.com/office/powerpoint/2010/main" val="27150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Describe the applications and use cases of your project.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Applications/Use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88392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Capstone-II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Capstone-III deliverables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&amp; Phase-II)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295400" y="1905000"/>
            <a:ext cx="8839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Provide any other information you wish to add on.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Note: Changes can be made in the template, with the consent of the guide for inclusion of any other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407</TotalTime>
  <Words>228</Words>
  <Application>Microsoft Office PowerPoint</Application>
  <PresentationFormat>Widescreen</PresentationFormat>
  <Paragraphs>51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136</cp:revision>
  <dcterms:created xsi:type="dcterms:W3CDTF">2020-11-22T08:14:37Z</dcterms:created>
  <dcterms:modified xsi:type="dcterms:W3CDTF">2026-09-01T08:28:34Z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